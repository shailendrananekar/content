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33756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Jenkins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B4D8"/>
                </a:solidFill>
              </a:rPr>
              <a:t>Job Locking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E"/>
                </a:solidFill>
              </a:rPr>
              <a:t>Understanding Fixture Triggers, Lock Protection &amp; Overlap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Pipeline Execution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Covers: Manual Runs · Fixture Jobs · Pipeline Orchestration · Concurrency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12080"/>
            <a:ext cx="2926080" cy="411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30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  POD9 DEV TEAM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the Locking Mechanism?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Preventing concurrent execution conflicts across Jenkins pipeline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Lock Resource Plugin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Ensures only one job runs a protected stage at a time. Jobs queue up rather than collide.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9144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Fixture Job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1460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 dedicated fixture job executes setup/teardown steps before or after branch jobs complete.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2560320"/>
          </a:xfrm>
          <a:prstGeom prst="rect">
            <a:avLst/>
          </a:prstGeom>
          <a:solidFill>
            <a:srgbClr val="02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9144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Overlap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Concurrent runs of fixture and branch jobs are serialised so shared resources stay consistent.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13385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91440" cy="7772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51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Key Principle:  The lock protects overlap in ALL scenarios — branch jobs wait for the fixture, and the fixture waits for branch jobs. No two conflicting jobs ever run simultaneously.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Scenario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Five key execution scenarios and how the locking mechanism responds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0" y="1280160"/>
            <a:ext cx="26517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1280160"/>
            <a:ext cx="32918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Fixture Trigger?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Lock Protects Overlap?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53035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828800"/>
            <a:ext cx="265176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1828800"/>
            <a:ext cx="32918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6400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User manually runs one branch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93392"/>
            <a:ext cx="219456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00253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993392"/>
            <a:ext cx="274320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00253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78608"/>
            <a:ext cx="53035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2578608"/>
            <a:ext cx="26517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578608"/>
            <a:ext cx="329184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78608"/>
            <a:ext cx="6400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70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User manually runs fixture job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743200"/>
            <a:ext cx="2194560" cy="329184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75234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recursive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743200"/>
            <a:ext cx="274320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7523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28415"/>
            <a:ext cx="53035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3328415"/>
            <a:ext cx="265176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3328415"/>
            <a:ext cx="32918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328415"/>
            <a:ext cx="6400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4198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ALL-SYSTEM-TESTS-PIPELINE runs all 11 jobs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493008"/>
            <a:ext cx="2194560" cy="329184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3502151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Only once at 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493008"/>
            <a:ext cx="274320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350215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78224"/>
            <a:ext cx="53035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4078224"/>
            <a:ext cx="26517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4078224"/>
            <a:ext cx="329184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78224"/>
            <a:ext cx="6400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16966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Fixture triggered while branch job still running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242816"/>
            <a:ext cx="2194560" cy="329184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425196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Yes, but waits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4242816"/>
            <a:ext cx="274320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425196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28031"/>
            <a:ext cx="53035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4828031"/>
            <a:ext cx="265176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03920" y="4828031"/>
            <a:ext cx="32918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828031"/>
            <a:ext cx="6400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91947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Branch job triggered while fixture running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992623"/>
            <a:ext cx="2194560" cy="329184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500176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It waits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4992623"/>
            <a:ext cx="274320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50017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Manual Job Execution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9496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91440" cy="5303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5212080" cy="50292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 Manually Runs
One Branch Job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50292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877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① Branch job starts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50292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954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② Job acquires the shared lock resource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03904"/>
            <a:ext cx="50292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3133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③ On completion, fixture job is automatically triggered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25696"/>
            <a:ext cx="50292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④ Fixture runs post-processing / teardown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47488"/>
            <a:ext cx="50292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⑤ Lock released after fixture completes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15000"/>
            <a:ext cx="5029200" cy="36576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7424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</a:rPr>
              <a:t>✓ Fixture Triggers: YES   ✓ Lock Protects: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914400"/>
            <a:ext cx="548640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914400"/>
            <a:ext cx="91440" cy="530352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914400"/>
            <a:ext cx="5303520" cy="502920"/>
          </a:xfrm>
          <a:prstGeom prst="rect">
            <a:avLst/>
          </a:prstGeom>
          <a:solidFill>
            <a:srgbClr val="452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96012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333"/>
                </a:solidFill>
              </a:rPr>
              <a:t>SCENARIO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 Manually Runs
Fixture Job Directly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560320"/>
            <a:ext cx="51206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58775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① User triggers the fixture job directly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182112"/>
            <a:ext cx="51206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2095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② Fixture acquires the lock and executes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803904"/>
            <a:ext cx="51206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3133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③ No recursive trigger — avoids infinite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425696"/>
            <a:ext cx="51206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4531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④ Fixture does NOT re-trigger itself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047488"/>
            <a:ext cx="51206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0749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⑤ Lock ensures no branch job collides during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715000"/>
            <a:ext cx="5120640" cy="365760"/>
          </a:xfrm>
          <a:prstGeom prst="rect">
            <a:avLst/>
          </a:prstGeom>
          <a:solidFill>
            <a:srgbClr val="452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74243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333"/>
                </a:solidFill>
              </a:rPr>
              <a:t>✓ No Recursive Trigger   ✓ Lock Protects: 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ALL-SYSTEM-TESTS-PIPELINE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Scenario 3 — Runs all 11 jobs; fixture triggers only once at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33856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Pipeline Execution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7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7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7872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2855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39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39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2823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3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2792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37776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52759" y="1783080"/>
            <a:ext cx="86868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2759" y="18288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1828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384280" y="1783080"/>
            <a:ext cx="7315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84280" y="18288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788920"/>
            <a:ext cx="3657600" cy="3566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2788920"/>
            <a:ext cx="73152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3657600" cy="4572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Single Fixture 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33756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Despite 11 branch jobs completing, the fixture job fires exactly once — at pipeline end. This avoids redundant teardown runs and keeps the environment stable.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788920"/>
            <a:ext cx="3657600" cy="3566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2788920"/>
            <a:ext cx="73152" cy="3566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2788920"/>
            <a:ext cx="3657600" cy="4572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78"/>
                </a:solidFill>
              </a:rPr>
              <a:t>Lock Held Throughout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333756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The lock resource is managed so that all 11 jobs share access in a controlled way. No two conflicting jobs execute simultaneously within the pipeline.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788920"/>
            <a:ext cx="3657600" cy="3566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2788920"/>
            <a:ext cx="73152" cy="3566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788920"/>
            <a:ext cx="3657600" cy="4572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Efficiency &amp; Reliability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33756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This design ensures the ALL-SYSTEM pipeline is both fast (parallel-friendly where safe) and reliable (no environment contamination between jobs).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Concurrent Execution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Scenarios 4 &amp; 5 — How the lock handles race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338560" cy="2377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91440" cy="23774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333"/>
                </a:solidFill>
              </a:rPr>
              <a:t>SCENARIO 4 — Fixture triggered while branch job is still running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82296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6231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Branch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828800"/>
            <a:ext cx="411480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1856231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Executing 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82296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5915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Fixture Job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331720"/>
            <a:ext cx="1828800" cy="3200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23591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⏳ Waiting for lock...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331720"/>
            <a:ext cx="219456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23591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Runs after branch completes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834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Lock prevents immediate fixture execution → waits → runs safely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11338560" cy="2377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91440" cy="23774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SCENARIO 5 — Branch job triggered while fixture is running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89120"/>
            <a:ext cx="82296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41655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Fixture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4389120"/>
            <a:ext cx="457200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4208" y="4416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Executing 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92040"/>
            <a:ext cx="82296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919472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Branch Job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4892040"/>
            <a:ext cx="1828800" cy="3200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64208" y="4919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⏳ Waiting for lock...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892040"/>
            <a:ext cx="265176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49194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Runs after fixture completes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40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Lock serialises execution → branch job queues → no environment conflict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Summary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68580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960120"/>
            <a:ext cx="21945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960120"/>
            <a:ext cx="22860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005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Fixture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005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Lock Protects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6858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508760"/>
            <a:ext cx="219456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1508760"/>
            <a:ext cx="2286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819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1. User manually runs one branch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600200"/>
            <a:ext cx="19202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609344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1600200"/>
            <a:ext cx="20116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60934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12264"/>
            <a:ext cx="6858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2112264"/>
            <a:ext cx="21945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2112264"/>
            <a:ext cx="2286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8541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2. User manually runs fixture 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203704"/>
            <a:ext cx="1920240" cy="3200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21284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 recursive trigger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2203704"/>
            <a:ext cx="20116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21284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15768"/>
            <a:ext cx="6858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715768"/>
            <a:ext cx="219456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2715768"/>
            <a:ext cx="2286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7889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3. ALL-SYSTEM-TESTS-PIPELINE runs all 11 jobs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2807208"/>
            <a:ext cx="1920240" cy="3200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816351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Only once at 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2807208"/>
            <a:ext cx="20116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816351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319272"/>
            <a:ext cx="6858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3319272"/>
            <a:ext cx="21945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0" y="3319272"/>
            <a:ext cx="2286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39242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4. Fixture triggered while branch job still running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3410712"/>
            <a:ext cx="1920240" cy="3200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41985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Yes, but waits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8360" y="3410712"/>
            <a:ext cx="20116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341985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22776"/>
            <a:ext cx="6858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0" y="3922776"/>
            <a:ext cx="219456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01200" y="3922776"/>
            <a:ext cx="2286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9959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5. Branch job triggered while fixture running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4014215"/>
            <a:ext cx="1920240" cy="320040"/>
          </a:xfrm>
          <a:prstGeom prst="rect">
            <a:avLst/>
          </a:prstGeom>
          <a:solidFill>
            <a:srgbClr val="FF9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402336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It waits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8360" y="4014215"/>
            <a:ext cx="20116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402336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663440"/>
            <a:ext cx="1133856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4663440"/>
            <a:ext cx="91440" cy="1600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Core Insight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120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The lock resource acts as a mutual exclusion gate: the Does lock protect overlap? column is YES in every scenario.
Fixture triggering behaviour varies — but the environment is always protected from concurrent conflicts.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